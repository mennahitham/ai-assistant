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Introduction to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linear data structure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homogeneous collection of elements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follows First-in-First-out (FIFO)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658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Characteristics of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New elements are added at the rear or tail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Existing elements are deleted from the front or head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Queue is a non-primitive data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Examples of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Toll Station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Check-out in a big supermarket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Printer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Queue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Linked list implementation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Array-based implementation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Queue operations: enqueue and dequeue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Linked List and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Difference between linked and array-based queues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Implementing queue based on linked concept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Building queue from scratch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