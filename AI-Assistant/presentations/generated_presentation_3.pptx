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10972800" cy="0"/>
          </a:xfrm>
        </p:spPr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Introduction to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943600" cy="5029200"/>
          </a:xfrm>
        </p:spPr>
        <p:txBody>
          <a:bodyPr wrap="square"/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Queue is a linear data structure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Queue is a homogeneous collection of elements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Queue follows First-in-First-out (FIFO) principle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65816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10972800" cy="0"/>
          </a:xfrm>
        </p:spPr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Queue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943600" cy="5029200"/>
          </a:xfrm>
        </p:spPr>
        <p:txBody>
          <a:bodyPr wrap="square"/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New elements are added at the rear or tail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Existing elements are deleted from the front or head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Queue is a non-primitive data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llpaperflare.com_wallpaper 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Queue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Toll Station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Check-out in Big supermarket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Printer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Queue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Linked list implementation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Array-based implementation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Queue implementation from scratch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Linked List and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Difference between linked and array-based queues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Implementing queue based on linked concept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Building queue based on linked list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