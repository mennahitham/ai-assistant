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10972800" cy="0"/>
          </a:xfrm>
        </p:spPr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Introduction to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943600" cy="5029200"/>
          </a:xfrm>
        </p:spPr>
        <p:txBody>
          <a:bodyPr wrap="square"/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Definition of reading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Importance of reading in daily life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Benefits of 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ransform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65816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10972800" cy="0"/>
          </a:xfrm>
        </p:spPr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Benefits of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943600" cy="5029200"/>
          </a:xfrm>
        </p:spPr>
        <p:txBody>
          <a:bodyPr wrap="square"/>
          <a:lstStyle/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Improves concentration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Reduces stress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Enhances thinking skills</a:t>
            </a:r>
          </a:p>
          <a:p>
            <a:pPr>
              <a:defRPr sz="2800">
                <a:solidFill>
                  <a:srgbClr val="DCDCDC"/>
                </a:solidFill>
                <a:latin typeface="Arial"/>
              </a:defRPr>
            </a:pPr>
            <a:r>
              <a:t>Strengthens memory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wallpaperflare.com_wallpaper 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645920"/>
            <a:ext cx="45720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Types of Reading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Academic reading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Recreational reading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Digital reading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Skimming and scanning techniques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Reading for Students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Improves subject understanding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Enhances writing skills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Leads to better academic performance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Develops critical thinking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Building a Reading Habit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Set a daily reading time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Start with interesting books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Keep a reading list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Avoid distractions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Overcoming Reading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Lack of time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Distractions like phones and social media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Difficulty in understanding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Starting small with 10-15 minutes daily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14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400" b="1">
                <a:solidFill>
                  <a:srgbClr val="FFFFFF"/>
                </a:solidFill>
                <a:latin typeface="Arial"/>
              </a:rP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0152" cy="4572000"/>
          </a:xfrm>
        </p:spPr>
        <p:txBody>
          <a:bodyPr wrap="square"/>
          <a:lstStyle/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Reading as a tool for success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Improves personal and academic life</a:t>
            </a:r>
          </a:p>
          <a:p>
            <a:pPr>
              <a:defRPr sz="3200">
                <a:solidFill>
                  <a:srgbClr val="DCDCDC"/>
                </a:solidFill>
                <a:latin typeface="Arial"/>
              </a:defRPr>
            </a:pPr>
            <a:r>
              <a:t>Starting a reading habit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FFC1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