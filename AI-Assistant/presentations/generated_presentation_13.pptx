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and briefly introduce the topic of queues.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fundamental characteristics of a queue.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how elements are added and removed from a queue.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key properties that define a queue.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real-world examples of queues in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Touch on the implementation aspects of a linked queue.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main points and thank the audience for their attention.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Queue Data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>
                <a:solidFill>
                  <a:srgbClr val="CADCFC"/>
                </a:solidFill>
                <a:latin typeface="Calibri Light"/>
              </a:rPr>
              <a:t>Introduction to Queues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520440"/>
            <a:ext cx="4572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Queue Basics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2414016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Linear Data Structure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Homogeneous Collection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FIFO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Queue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3218688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Add: Rear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Remove: Front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Examples: Toll Station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Queue Properties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3218688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Non-Primitive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Homogeneous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First-In-First-Out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Queue Examples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2816352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Check-out Counter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Printer Queue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Function Calls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Linked Queue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5431536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Difference from Array-Based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Types of Linked Lists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Implementation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-914400"/>
            <a:ext cx="5943600" cy="5943600"/>
          </a:xfrm>
          <a:prstGeom prst="ellipse">
            <a:avLst/>
          </a:prstGeom>
          <a:solidFill>
            <a:srgbClr val="253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400" b="1">
                <a:solidFill>
                  <a:srgbClr val="FFC300"/>
                </a:solidFill>
                <a:latin typeface="Calibri"/>
              </a:rPr>
              <a:t>Key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246120"/>
            <a:ext cx="5486400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47472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>
                <a:solidFill>
                  <a:srgbClr val="CADCFC"/>
                </a:solidFill>
                <a:latin typeface="Calibri Light"/>
              </a:rPr>
              <a:t>Queue Definition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CADCFC"/>
                </a:solidFill>
                <a:latin typeface="Calibri Light"/>
              </a:rPr>
              <a:t>Operations and Properties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CADCFC"/>
                </a:solidFill>
                <a:latin typeface="Calibri Light"/>
              </a:rPr>
              <a:t>Real-World 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