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10972800" cy="0"/>
          </a:xfrm>
        </p:spPr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943600" cy="5029200"/>
          </a:xfrm>
        </p:spPr>
        <p:txBody>
          <a:bodyPr wrap="square"/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Definition of Machine Learning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Brief history of ML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Core components of ML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ns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65816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10972800" cy="0"/>
          </a:xfrm>
        </p:spPr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943600" cy="5029200"/>
          </a:xfrm>
        </p:spPr>
        <p:txBody>
          <a:bodyPr wrap="square"/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Supervised learning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Unsupervised learning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Reinforcement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llpaperflare.com_wallpaper 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Linear Regression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Decision Trees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Image recognition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Natural Language Processing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Predictive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Machine Learning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Data preprocessing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Model evaluation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Hyperparameter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