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 on queues, a fundamental data structure in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basic characteristics of a queue, highlighting its linearity and FIFO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primary operations that can be performed on a queue, along with examples of real-world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key properties of a queue, including its FIFO behavior and homogeneous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Explore the different approaches to implementing queues, including linked lists, arrays, and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points of the presentation, emphasizing the fundamental characteristics and implementation options for queues.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Queue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non-primitive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FIFO data structure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Rear and front 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Add: rear end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Remove: front end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Examples: toll stations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Examples: printers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First-in-First-out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elements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data structure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Non-primitive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Implementing Queues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Linked list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Array-based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Stack-based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Library-based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is a FIFO data structure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has rear and front ends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can be implemented using linked lists or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