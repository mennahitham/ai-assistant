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and briefly introduce the topic of queues.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fundamental characteristics of a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key operations and provide examples of queues in real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properties that define a queue and distinguish it from other data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concept of implementing a queue using a linked list and its advantages.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Explore various applications and scenarios where queues are utilized.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main points and encourage further exploration of queue data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Queue Data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>
                <a:solidFill>
                  <a:srgbClr val="CADCFC"/>
                </a:solidFill>
                <a:latin typeface="Calibri Light"/>
              </a:rPr>
              <a:t>Introduction to Queues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2044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430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Linear data structure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Homogeneous collection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FIFO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430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Add: rear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Remove: front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Examples: toll, checkout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Properties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430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Non-primitive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Homogeneous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Ordered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Linked Queue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430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Based on linked list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Dynamic size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Efficient insertion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430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Printer queues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Function calls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Backtracking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25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C300"/>
                </a:solidFill>
                <a:latin typeface="Calibri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46120"/>
            <a:ext cx="5486400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Queue definition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Operations and properties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Real-world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