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and briefly introduce the topic of queues.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fundamental characteristics of a queue.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how elements are added and removed from a queue.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key properties that define a queue.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various examples of real-world queue applications.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Touch on the implementation of queues using linked lists.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Summarize the main points and thank the audience for their attention.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A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Calibri"/>
              </a:rPr>
              <a:t>Queue Data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0"/>
            <a:ext cx="9144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>
                <a:solidFill>
                  <a:srgbClr val="CADCFC"/>
                </a:solidFill>
                <a:latin typeface="Calibri Light"/>
              </a:rPr>
              <a:t>Introduction to Queues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3520440"/>
            <a:ext cx="4572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Calibri Light"/>
              </a:rPr>
              <a:t>1 /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73152" cy="671169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Queue Basics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3657600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Linear data structure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Homogeneous collection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FIFO order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Calibri Light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73152" cy="671169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Queue Operations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3657600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Add: rear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Remove: front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Examples: toll, market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Calibri Light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73152" cy="671169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Queue Properties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3657600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Non-primitive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Homogeneous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FIFO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Calibri Light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73152" cy="671169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Queue Examples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3657600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Toll station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Printer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Function calls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Calibri Light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73152" cy="671169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Linked Queue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3657600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Linked concept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Library implementation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Scratch implementation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Calibri Light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A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0" y="-914400"/>
            <a:ext cx="5943600" cy="5943600"/>
          </a:xfrm>
          <a:prstGeom prst="ellipse">
            <a:avLst/>
          </a:prstGeom>
          <a:solidFill>
            <a:srgbClr val="253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400" b="1">
                <a:solidFill>
                  <a:srgbClr val="FFC300"/>
                </a:solidFill>
                <a:latin typeface="Calibri"/>
              </a:rPr>
              <a:t>Key Takeaways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3246120"/>
            <a:ext cx="5486400" cy="36576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47472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800">
                <a:solidFill>
                  <a:srgbClr val="CADCFC"/>
                </a:solidFill>
                <a:latin typeface="Calibri Light"/>
              </a:rPr>
              <a:t>Queue definition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CADCFC"/>
                </a:solidFill>
                <a:latin typeface="Calibri Light"/>
              </a:rPr>
              <a:t>FIFO operation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CADCFC"/>
                </a:solidFill>
                <a:latin typeface="Calibri Light"/>
              </a:rPr>
              <a:t>Real-world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Calibri Light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