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 of Linear Regression and its importance in Machine Learning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graph showing a linear regression line with data points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basics of Linear Regression, including linear relationships and regression equations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diagram showing the components of a linear regression equation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 of the cost function, specifically the Mean Squared Error (MSE)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graph showing the mean squared error between predicted and actual values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the MSE cost function, assuming a Gaussian distribution around the model's prediction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diagram showing the derivation of the MSE cost function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concept of Stochastic Gradient Descent (SGD) and its advantages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diagram showing the stochastic gradient descent process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importance of convergence and stopping criteria in Gradient Descent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graph showing the convergence of gradient descent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challenges of non-convexity and saturating functions in Gradient Descent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diagram showing the challenges of non-convexity and saturating functions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points of the presentation and emphasize the importance of Linear Regression</a:t>
            </a:r>
          </a:p>
          <a:p/>
          <a:p>
            <a:r>
              <a:t>🎨 VISUAL DESIGN (Creative Director)</a:t>
            </a:r>
          </a:p>
          <a:p>
            <a:r>
              <a:t>--------------------------------------</a:t>
            </a:r>
          </a:p>
          <a:p>
            <a:r>
              <a:t>IMAGE CONCEPT: Clean 3D Isometric</a:t>
            </a:r>
          </a:p>
          <a:p/>
          <a:p>
            <a:r>
              <a:t>AI IMAGE PROMPT: A 3D isometric diagram showing a summary of the presentation</a:t>
            </a:r>
          </a:p>
          <a:p>
            <a:r>
              <a:t>STYLE: Clean 3D Isometric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Introduction to Linear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6575" y="960120"/>
            <a:ext cx="6638544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Predicts continuous numerical output values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Used for forecasting and regression tasks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relationships between inputs and outputs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Coefficients represent change in output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Importance in machine learning and data analysis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Real-world applications in various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Linear Regression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1831" y="960120"/>
            <a:ext cx="482803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relationships between inputs and outputs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Regression equations and coefficients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Simple and multiple linear regression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Assumptions of linear regression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Interpretation of coefficients and results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Common applications and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Cost Function - Mean Squared Error (MSE)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2487" y="960120"/>
            <a:ext cx="804672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Measures difference between predictions and actual values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Calculates average squared difference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Used to evaluate model performance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Minimizing MSE improves model accuracy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Commonly used cost function in regression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Sensitive to outliers and non-normal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Derivation of MSE Cost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7743" y="960120"/>
            <a:ext cx="623620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Assumes Gaussian distribution around predictions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Derives from maximum likelihood estimation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Minimizes negative log-likelihood function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Results in mean squared error cost function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Importance of Gaussian assumption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Consequences of non-Gaussian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Gradient Descent - Stochastic Gradient Descent (SGD)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3847" y="960120"/>
            <a:ext cx="91440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Estimates gradient using small, random batch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Updates model parameters based on gradient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Faster and more efficient than batch gradient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Used for large datasets and online learning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Importance of learning rate and regularization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Convergence and stopping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Gradient Descent - Convergence and Stopping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3847" y="960120"/>
            <a:ext cx="91440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Convergence to optimal solution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Stopping criteria for gradient descent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Threshold values for gradient vector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Mean squared error convergence criteria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Importance of regularization and early stopping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Consequences of overfitting and underfitting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Challenges in Gradient Descent - Non-Convexity and Saturating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3847" y="960120"/>
            <a:ext cx="91440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Non-convexity and local minima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Saturating functions and vanishing gradients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Consequences of non-convexity and saturating functions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Importance of initialization and regularization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Techniques for avoiding local minima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Consequences of getting stuck in local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Conclusion and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2999" y="960120"/>
            <a:ext cx="4425696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Importance of linear regression in machine learning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Role of cost function in model evaluation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Optimization process using gradient descent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Challenges and limitations of gradient descent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Real-world applications and future directions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Key takeaways and summary of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