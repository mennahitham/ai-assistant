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presentation on queues, a fundamental data structure in computer 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basic characteristics of a queue, highlighting its linearity and homogeneous 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primary operations that can be performed on a queue, including addition and removal of elements.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the key properties of a queue, emphasizing its FIFO nature and homogeneous composition.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Provide real-world examples of queues, illustrating their practical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Touch on the implementation aspects of a queue, particularly using linked lists.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the main points discussed in the presentation, reinforcing the understanding of queues and their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Queue Data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>
                <a:solidFill>
                  <a:srgbClr val="CADCFC"/>
                </a:solidFill>
                <a:latin typeface="Calibri Light"/>
              </a:rPr>
              <a:t>Introduction to Queues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520440"/>
            <a:ext cx="4572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1 /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Queue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6503" y="960120"/>
            <a:ext cx="3218688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Linear non-primitive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Homogeneous collection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FIFO data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Queue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6503" y="960120"/>
            <a:ext cx="3218688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Add elements at rear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Remove elements from front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Examples: Toll Station, Printer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Queue Properties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6503" y="960120"/>
            <a:ext cx="3218688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First-in-First-out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Homogeneous collection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Linear data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Queue Examples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7671" y="960120"/>
            <a:ext cx="2816352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Toll Station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Check-out counter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Printer queue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73152" cy="67116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11430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Linked Queue 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0079" y="960120"/>
            <a:ext cx="5431536" cy="182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Difference between linked and array-based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Types of linked lists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000">
                <a:solidFill>
                  <a:srgbClr val="00B4D8"/>
                </a:solidFill>
                <a:latin typeface="Calibri"/>
              </a:rPr>
              <a:t>◆  </a:t>
            </a:r>
            <a:r>
              <a:rPr sz="1800">
                <a:solidFill>
                  <a:srgbClr val="CADCFC"/>
                </a:solidFill>
                <a:latin typeface="Calibri Light"/>
              </a:rPr>
              <a:t>Implementing queue using linked concept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A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-914400"/>
            <a:ext cx="5943600" cy="5943600"/>
          </a:xfrm>
          <a:prstGeom prst="ellipse">
            <a:avLst/>
          </a:prstGeom>
          <a:solidFill>
            <a:srgbClr val="253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400" b="1">
                <a:solidFill>
                  <a:srgbClr val="FFC300"/>
                </a:solidFill>
                <a:latin typeface="Calibri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246120"/>
            <a:ext cx="5486400" cy="36576"/>
          </a:xfrm>
          <a:prstGeom prst="rect">
            <a:avLst/>
          </a:prstGeom>
          <a:solidFill>
            <a:srgbClr val="FFC3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47472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Queue is a FIFO data structure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Homogeneous collection of elements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CADCFC"/>
                </a:solidFill>
                <a:latin typeface="Calibri Light"/>
              </a:rPr>
              <a:t>Implemented using linked lists or arrays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446520"/>
            <a:ext cx="1005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4A3B8"/>
                </a:solidFill>
                <a:latin typeface="Calibri Light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