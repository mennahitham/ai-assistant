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10972800" cy="0"/>
          </a:xfrm>
        </p:spPr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Introduction to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943600" cy="5029200"/>
          </a:xfrm>
        </p:spPr>
        <p:txBody>
          <a:bodyPr wrap="square"/>
          <a:lstStyle/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Queue is a linear data structure</a:t>
            </a:r>
          </a:p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Homogeneous collection of elements</a:t>
            </a:r>
          </a:p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Follows First-in-First-out (FIFO) principle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nsfor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65816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10972800" cy="0"/>
          </a:xfrm>
        </p:spPr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Key Characteristics of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943600" cy="5029200"/>
          </a:xfrm>
        </p:spPr>
        <p:txBody>
          <a:bodyPr wrap="square"/>
          <a:lstStyle/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New elements are added at the rear</a:t>
            </a:r>
          </a:p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Existing elements are deleted from the front</a:t>
            </a:r>
          </a:p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Examples include toll stations and printers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allpaperflare.com_wallpaper 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Queue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0152" cy="4572000"/>
          </a:xfrm>
        </p:spPr>
        <p:txBody>
          <a:bodyPr wrap="square"/>
          <a:lstStyle/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Queue is a non-primitive data structure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Elements are added and removed from specific ends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Queue is a homogeneous collection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Linked List and Queue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0152" cy="4572000"/>
          </a:xfrm>
        </p:spPr>
        <p:txBody>
          <a:bodyPr wrap="square"/>
          <a:lstStyle/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Difference between linked and array-based implementation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Implementing queue based on linked concept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Building queue from scratch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Queue Applications and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0152" cy="4572000"/>
          </a:xfrm>
        </p:spPr>
        <p:txBody>
          <a:bodyPr wrap="square"/>
          <a:lstStyle/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Toll stations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Check-out in supermarkets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Printers and function calls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