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presentation on queues, a fundamental data structure in computer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basic characteristics of a queue, highlighting its linearity and homogeneity.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primary operations that can be performed on a queue, along with some common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key properties of a queue, including its FIFO nature and homogeneous 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Explore the different ways to implement a queue, including linked lists and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main points of the presentation and provide a final thought on the importance of queues in computer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Queue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CADCFC"/>
                </a:solidFill>
                <a:latin typeface="Calibri Light"/>
              </a:rPr>
              <a:t>Introduction to Queues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73152"/>
            <a:ext cx="5608015" cy="6784848"/>
          </a:xfrm>
          <a:prstGeom prst="rect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Queue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Linear non-primitive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Homogeneous collection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FIFO data structure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Rear and front ends</a:t>
            </a:r>
          </a:p>
        </p:txBody>
      </p:sp>
      <p:pic>
        <p:nvPicPr>
          <p:cNvPr id="7" name="Picture 6" descr="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822960"/>
            <a:ext cx="5029200" cy="72398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73152"/>
            <a:ext cx="5608015" cy="6784848"/>
          </a:xfrm>
          <a:prstGeom prst="rect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Queue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6126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Add: rear end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Remove: front end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Examples: toll stations</a:t>
            </a:r>
          </a:p>
          <a:p>
            <a:pPr>
              <a:spcBef>
                <a:spcPts val="700"/>
              </a:spcBef>
              <a:spcAft>
                <a:spcPts val="500"/>
              </a:spcAft>
            </a:pPr>
            <a:r>
              <a:rPr sz="900">
                <a:solidFill>
                  <a:srgbClr val="00B4D8"/>
                </a:solidFill>
              </a:rPr>
              <a:t>◆  </a:t>
            </a:r>
            <a:r>
              <a:rPr sz="1600">
                <a:solidFill>
                  <a:srgbClr val="CADCFC"/>
                </a:solidFill>
                <a:latin typeface="Calibri Light"/>
              </a:rPr>
              <a:t>Examples: printers</a:t>
            </a:r>
          </a:p>
        </p:txBody>
      </p:sp>
      <p:pic>
        <p:nvPicPr>
          <p:cNvPr id="7" name="Picture 6" descr="wallpaperflare.com_wallpaper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822960"/>
            <a:ext cx="5029200" cy="2828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First-in-first-out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Homogeneous elements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Linear structure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Non-primitive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Implementations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Linked list implementation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Array-based implementation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Stack-based implementation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Library-based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C300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54864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 is a FIFO data structure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 has rear and front ends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 can be implemented using linked lists or arrays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