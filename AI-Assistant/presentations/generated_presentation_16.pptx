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introduce the topic of stacks, a fundamental data structure in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 characteristics of a stack, highlighting its linear nature and LIFO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primary operations that can be performed on a stack, emphasizing their importance in stack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how stacks can be implemented in memory, focusing on contiguous allocation and struct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concrete example of how a stack might be implemented in code, using definitions and initializations.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about stacks, reinforcing their unique characteristics and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Stack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Stacks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Stack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6503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Data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Ordered List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Last-in-First-out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Single End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Stack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6503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Create Stack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Check Empty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Check Full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Push Entry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Pop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Stack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4167" y="960120"/>
            <a:ext cx="402336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Contiguous Memory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Array Storage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Top Position Tracker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Struct 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Example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2999" y="960120"/>
            <a:ext cx="4425696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Define Max Size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Specify Entry Type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Initialize Top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Declare Entry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Stacks are LIFO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Stacks have limited operations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Stacks can be implemented contiguously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