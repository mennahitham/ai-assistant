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audience, introduce topic of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concept briefly, highlight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real-world applications, provide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machine learning process step-by-step.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popular tools, highlight their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common challenges, potential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key points, encourage audience to explore machine learning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88839" y="960120"/>
            <a:ext cx="241401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Supervised Learning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Unsupervised Learning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Neural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ML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7087" y="960120"/>
            <a:ext cx="301752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Image Recognition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Natural Language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ML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0007" y="960120"/>
            <a:ext cx="201168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Data Preparation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Model Training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ML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91175" y="960120"/>
            <a:ext cx="1609344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Python Libraries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TensorFlow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88255" y="960120"/>
            <a:ext cx="2615184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Data Quality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Overfitting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ML is powerful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ML requires careful data preparation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Practice with real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