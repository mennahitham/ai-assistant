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presentation on queues, a fundamental data structure in computer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basic characteristics of a queue, highlighting its linearity and FIFO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key properties of a queue, including element addition and removal, and provide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different types of queues, including linked and array-based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various ways to implement a queue, including using a linked list library or building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practical applications of queues in programming, such as function calls and backtracking.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points of the presentation and provide a final thought on the importance of queues in computer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Queue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Queues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73152"/>
            <a:ext cx="5608015" cy="6784848"/>
          </a:xfrm>
          <a:prstGeom prst="rect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Queue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Linear non-primitive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Homogeneous collection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FIFO data structure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Rear addition, front removal</a:t>
            </a:r>
          </a:p>
        </p:txBody>
      </p:sp>
      <p:pic>
        <p:nvPicPr>
          <p:cNvPr id="7" name="Picture 6" descr="wallpaperflare.com_wallpaper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822960"/>
            <a:ext cx="5029200" cy="2828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73152"/>
            <a:ext cx="5608015" cy="6784848"/>
          </a:xfrm>
          <a:prstGeom prst="rect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Queue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New elements added at rear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Existing elements deleted from front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Examples: toll stations, printers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Linked queues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Array-based queues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Priority queues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73152"/>
            <a:ext cx="5608015" cy="6784848"/>
          </a:xfrm>
          <a:prstGeom prst="rect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Queue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Linked list library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From scratch implementation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Stack-based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Function calls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Backtracking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Delimiter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definition and properties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Implementation types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Practical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