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and introduce the topic of queues, a fundamental data structure in computer science.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basic characteristics of a queue, including its linearity and FIFO nature.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key properties of queues, such as element addition and removal, and provide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the different types of queues, including linked and array-based implementations.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various ways to implement queues, including using linked concepts and libraries.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Summarize the key points and takeaways from the presentation, and provide a final thought or call to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A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Calibri"/>
              </a:rPr>
              <a:t>Queue Data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0"/>
            <a:ext cx="9144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>
                <a:solidFill>
                  <a:srgbClr val="CADCFC"/>
                </a:solidFill>
                <a:latin typeface="Calibri Light"/>
              </a:rPr>
              <a:t>Introduction to Queues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3520440"/>
            <a:ext cx="4572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Calibri Light"/>
              </a:rPr>
              <a:t>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73152" cy="671169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Queue Basics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3657600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Linear non-primitive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Homogeneous collection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FIFO order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Rear and front ends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Calibri Light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73152" cy="671169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Queue Properties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3657600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New elements added at rear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Existing elements deleted from front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Examples: toll stations, printers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Calibri Light"/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73152" cy="671169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Queue Types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3657600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Linked and array-based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Types of linked lists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Stack and queue implementations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Calibri Light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73152" cy="671169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Queue Implementations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3657600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Linked concept implementation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Linked list library implementation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From-scratch implementation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Calibri Light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A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0" y="-914400"/>
            <a:ext cx="5943600" cy="5943600"/>
          </a:xfrm>
          <a:prstGeom prst="ellipse">
            <a:avLst/>
          </a:prstGeom>
          <a:solidFill>
            <a:srgbClr val="253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400" b="1">
                <a:solidFill>
                  <a:srgbClr val="FFC300"/>
                </a:solidFill>
                <a:latin typeface="Calibri"/>
              </a:rPr>
              <a:t>Key Takeaways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3246120"/>
            <a:ext cx="5486400" cy="36576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47472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800">
                <a:solidFill>
                  <a:srgbClr val="CADCFC"/>
                </a:solidFill>
                <a:latin typeface="Calibri Light"/>
              </a:rPr>
              <a:t>Queues are FIFO data structures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CADCFC"/>
                </a:solidFill>
                <a:latin typeface="Calibri Light"/>
              </a:rPr>
              <a:t>Linked and array-based implementations exist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CADCFC"/>
                </a:solidFill>
                <a:latin typeface="Calibri Light"/>
              </a:rPr>
              <a:t>Queues have various applications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Calibri Light"/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