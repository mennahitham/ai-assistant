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Introduction to Minimum Wage in Egypt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Definition of minimum wage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Importance of minimum wage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Egyptian labor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6581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Current Minimum Wage in Egypt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Current minimum wage rate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Applicability to different sectors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Exceptions and exemptions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paperflare.com_wallpaper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History of Minimum Wage in Egypt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Evolution of minimum wage over time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Key milestones and changes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Impact on economy and workforce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Benefits and Challenges of Minimum Wage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Benefits to employees and economy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Challenges to employers and government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Potential solutions and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Comparison with International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Minimum wage rates in other countries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Comparison with regional and global averages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Implications for Egyptian economy and competitiveness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